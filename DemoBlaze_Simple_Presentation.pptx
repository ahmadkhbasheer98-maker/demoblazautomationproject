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DemoBlaze UI Automation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Ahmad Basheer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Automating important user workflows using Selenium and TestNG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Java, Selenium, TestNG, Maven, Chrome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Pages, Tests, BaseTest, Utils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User, Login, Invalid Login, Logout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Cart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Product To Cart, Delete Product From Cart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test data, alerts, synchronization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successfully validated main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